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ruaVsQEt+5vvPUAJQL8ped9gG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10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dingpowerfulconversations.com/wp-content/uploads/2023/10/LPC-Worksheet.pdf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21732" y="321733"/>
            <a:ext cx="11546828" cy="6214534"/>
          </a:xfrm>
          <a:custGeom>
            <a:rect b="b" l="l" r="r" t="t"/>
            <a:pathLst>
              <a:path extrusionOk="0" h="6214534" w="11546828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rgbClr val="7F7F7F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ook cover of a book&#10;&#10;Description automatically generated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068" y="690626"/>
            <a:ext cx="3902182" cy="547674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6229350" y="1485900"/>
            <a:ext cx="4435582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to buy on Amazon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Paperback £7.99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</a:pPr>
            <a:r>
              <a:rPr lang="en-US" sz="3700">
                <a:latin typeface="Playfair Display"/>
                <a:ea typeface="Playfair Display"/>
                <a:cs typeface="Playfair Display"/>
                <a:sym typeface="Playfair Display"/>
              </a:rPr>
              <a:t>What is a powerful conversation?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95" name="Google Shape;95;p2"/>
          <p:cNvGrpSpPr/>
          <p:nvPr/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Google Shape;96;p2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/>
          <p:nvPr/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>
            <p:ph idx="2" type="body"/>
          </p:nvPr>
        </p:nvSpPr>
        <p:spPr>
          <a:xfrm>
            <a:off x="590719" y="2330505"/>
            <a:ext cx="4559425" cy="3979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 powerful conversation is an intentional conversation which supports a group of people to work through their thinking/challenges, using a series of coaching type questions, while collectively listening to the Holy Spirit and praying together.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‘The purpose of a man’s heart are deep waters, but a man of understanding draws them out’ Proverbs 20:5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297" r="4539" t="0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 principles of a group powerful conversation.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9" name="Google Shape;109;p3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>
            <p:ph idx="2" type="body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1.Every member is uniquely gifted to serve God.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2. New learning is built on existing knowledge.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3. Good questions enable others to think more deeply and learn creatively.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4. Listening is a key foundation for good conversations.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5. The Holy Spirit is already present to guide.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6. Insights need to be aligned with action.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7. Accountability and prayer create momentum.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i="1" lang="en-US" sz="1600"/>
              <a:t>‘As iron sharpens iron, so one man sharpens another’. Proverbs 27:17 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" l="0" r="4" t="64"/>
          <a:stretch/>
        </p:blipFill>
        <p:spPr>
          <a:xfrm>
            <a:off x="6055616" y="650494"/>
            <a:ext cx="5492262" cy="5324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580060" y="5807256"/>
            <a:ext cx="45635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 to chapter 1 for more in depth explanation).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890351" y="640075"/>
            <a:ext cx="39675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lang="en-US" sz="5000">
                <a:latin typeface="Playfair Display"/>
                <a:ea typeface="Playfair Display"/>
                <a:cs typeface="Playfair Display"/>
                <a:sym typeface="Playfair Display"/>
              </a:rPr>
              <a:t>5 Stages of a small group powerful conversation.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90338" y="4409267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1" l="1806" r="899" t="0"/>
          <a:stretch/>
        </p:blipFill>
        <p:spPr>
          <a:xfrm>
            <a:off x="5311702" y="10"/>
            <a:ext cx="687877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231495" y="6041985"/>
            <a:ext cx="5162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 to chapter 2 for more in-depth explanation)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>
            <p:ph type="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latin typeface="Playfair Display"/>
                <a:ea typeface="Playfair Display"/>
                <a:cs typeface="Playfair Display"/>
                <a:sym typeface="Playfair Display"/>
              </a:rPr>
              <a:t>1. Check-In!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>
            <p:ph idx="2" type="body"/>
          </p:nvPr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This stage is about finding out how the members of your group are. It’s essentially a reality check upon which the leader can sensitively build.  Examples of questions which can be used in this stage are: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What are you celebrating?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What’s gone well for you this week?</a:t>
            </a:r>
            <a:endParaRPr/>
          </a:p>
          <a:p>
            <a:pPr indent="1397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</p:txBody>
      </p:sp>
      <p:pic>
        <p:nvPicPr>
          <p:cNvPr descr="A drawing of two people shaking hands&#10;&#10;Description automatically generated" id="133" name="Google Shape;13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3988" l="0" r="2" t="15477"/>
          <a:stretch/>
        </p:blipFill>
        <p:spPr>
          <a:xfrm>
            <a:off x="5311702" y="10"/>
            <a:ext cx="687877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6250329" y="5926238"/>
            <a:ext cx="51391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 to chapter 3 for more in-depth explanation)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>
            <p:ph type="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latin typeface="Playfair Display"/>
                <a:ea typeface="Playfair Display"/>
                <a:cs typeface="Playfair Display"/>
                <a:sym typeface="Playfair Display"/>
              </a:rPr>
              <a:t>2. Share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>
            <p:ph idx="2" type="body"/>
          </p:nvPr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This stage is about lifting the group’s mood sharing what they know about the subject of conversation.  Examples of questions which can be used in this stage are: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rested on you when you read the passage or listened to the podcast/talk?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would you like to explore further and why?</a:t>
            </a:r>
            <a:endParaRPr/>
          </a:p>
          <a:p>
            <a:pPr indent="1270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</p:txBody>
      </p:sp>
      <p:pic>
        <p:nvPicPr>
          <p:cNvPr descr="A drawing of two people&#10;&#10;Description automatically generated" id="143" name="Google Shape;143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7720" l="0" r="2" t="11743"/>
          <a:stretch/>
        </p:blipFill>
        <p:spPr>
          <a:xfrm>
            <a:off x="5008682" y="0"/>
            <a:ext cx="687877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5787342" y="6053559"/>
            <a:ext cx="51997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 to Chapter 4 for a more in-depth explanation) 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>
            <p:ph type="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latin typeface="Playfair Display"/>
                <a:ea typeface="Playfair Display"/>
                <a:cs typeface="Playfair Display"/>
                <a:sym typeface="Playfair Display"/>
              </a:rPr>
              <a:t>3. Explore.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>
            <p:ph idx="2" type="body"/>
          </p:nvPr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This stage will ask the group to explore and go deeper with the main biblical principles and their application.  Examples of questions which can be used in this stage are: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are the main biblical principles in this passage, video, podcast etc.?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How do these principles apply to us today?</a:t>
            </a:r>
            <a:endParaRPr/>
          </a:p>
          <a:p>
            <a:pPr indent="1270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</p:txBody>
      </p:sp>
      <p:pic>
        <p:nvPicPr>
          <p:cNvPr descr="A drawing of two people&#10;&#10;Description automatically generated" id="153" name="Google Shape;153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7462" l="0" r="2" t="12002"/>
          <a:stretch/>
        </p:blipFill>
        <p:spPr>
          <a:xfrm>
            <a:off x="5311702" y="10"/>
            <a:ext cx="687877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6286500" y="5543550"/>
            <a:ext cx="511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 to chapter 5 for a more in-depth explanation) 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>
            <p:ph type="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latin typeface="Playfair Display"/>
                <a:ea typeface="Playfair Display"/>
                <a:cs typeface="Playfair Display"/>
                <a:sym typeface="Playfair Display"/>
              </a:rPr>
              <a:t>4. Consider.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>
            <p:ph idx="2" type="body"/>
          </p:nvPr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This stage will ask the group to consider the possible options and resources available to them.  Examples of questions which can be used in this stage are: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do you sense the Holy Spirit/God is showing you in this moment?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is the main insight you can be thankful for? </a:t>
            </a:r>
            <a:endParaRPr/>
          </a:p>
          <a:p>
            <a:pPr indent="1270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</p:txBody>
      </p:sp>
      <p:pic>
        <p:nvPicPr>
          <p:cNvPr descr="A drawing of two people&#10;&#10;Description automatically generated" id="163" name="Google Shape;163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4757" l="0" r="2" t="14706"/>
          <a:stretch/>
        </p:blipFill>
        <p:spPr>
          <a:xfrm>
            <a:off x="5311702" y="10"/>
            <a:ext cx="687877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/>
        </p:nvSpPr>
        <p:spPr>
          <a:xfrm>
            <a:off x="6557963" y="5529263"/>
            <a:ext cx="49939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 to chapter 6 for more in-depth explanation)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>
            <p:ph type="title"/>
          </p:nvPr>
        </p:nvSpPr>
        <p:spPr>
          <a:xfrm>
            <a:off x="640075" y="325375"/>
            <a:ext cx="4549500" cy="19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latin typeface="Playfair Display"/>
                <a:ea typeface="Playfair Display"/>
                <a:cs typeface="Playfair Display"/>
                <a:sym typeface="Playfair Display"/>
              </a:rPr>
              <a:t>5. Check-out!.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>
            <p:ph idx="2" type="body"/>
          </p:nvPr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This stage will ask the group to focus on their learning during the conversation.  Examples of questions which can be used in this stage are: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How do you feel today’s group conversation has helped you?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next step you need to take because of today’s conversation?</a:t>
            </a:r>
            <a:endParaRPr/>
          </a:p>
          <a:p>
            <a:pPr indent="1270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</p:txBody>
      </p:sp>
      <p:pic>
        <p:nvPicPr>
          <p:cNvPr descr="A drawing of two people holding hands&#10;&#10;Description automatically generated" id="173" name="Google Shape;17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5400" l="0" r="2" t="14064"/>
          <a:stretch/>
        </p:blipFill>
        <p:spPr>
          <a:xfrm>
            <a:off x="5311702" y="10"/>
            <a:ext cx="687877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 txBox="1"/>
          <p:nvPr/>
        </p:nvSpPr>
        <p:spPr>
          <a:xfrm>
            <a:off x="6400800" y="5500688"/>
            <a:ext cx="5029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 to chapter 7 for more in-depth explanation)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</a:pPr>
            <a:r>
              <a:rPr lang="en-US" sz="3700">
                <a:latin typeface="Playfair Display"/>
                <a:ea typeface="Playfair Display"/>
                <a:cs typeface="Playfair Display"/>
                <a:sym typeface="Playfair Display"/>
              </a:rPr>
              <a:t>Going Deeper: Ready, Steady, Go!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81" name="Google Shape;181;p10"/>
          <p:cNvGrpSpPr/>
          <p:nvPr/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2" name="Google Shape;182;p10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0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0"/>
          <p:cNvSpPr/>
          <p:nvPr/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>
            <p:ph idx="2" type="body"/>
          </p:nvPr>
        </p:nvSpPr>
        <p:spPr>
          <a:xfrm>
            <a:off x="590719" y="2330505"/>
            <a:ext cx="4559425" cy="3979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 u="sng"/>
              <a:t>Activity.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Using a blank copy of the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powerful conversation design template</a:t>
            </a:r>
            <a:r>
              <a:rPr lang="en-US" sz="2000"/>
              <a:t> (appendix 4), plan a powerful conversation for your group using the framework’s principles, stages and examples of questions. Use a resource of your choice. It could be a bible passage, a video clip, a talk or an extract of a book your group are studying etc.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Rule of thumb! </a:t>
            </a:r>
            <a:r>
              <a:rPr lang="en-US" sz="2000"/>
              <a:t>Try to write down one question for each stage of the framework. No fewer than 5 questions and no more than 8. </a:t>
            </a:r>
            <a:r>
              <a:rPr i="1" lang="en-US" sz="2000"/>
              <a:t>(For more examples of questions see appendices 1, 2,&amp; 3)</a:t>
            </a:r>
            <a:endParaRPr i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</p:txBody>
      </p:sp>
      <p:sp>
        <p:nvSpPr>
          <p:cNvPr id="186" name="Google Shape;186;p10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1" l="297" r="4539" t="0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6400799" y="5774516"/>
            <a:ext cx="50023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 to chapter 8 for more in-depth explanation)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2023-08-22T13:20:34Z</dcterms:created>
  <dc:creator>Stephen Ellis</dc:creator>
</cp:coreProperties>
</file>